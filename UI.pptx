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692"/>
    <a:srgbClr val="004EA4"/>
    <a:srgbClr val="920000"/>
    <a:srgbClr val="A3F4FF"/>
    <a:srgbClr val="DE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 snapToGrid="0">
      <p:cViewPr>
        <p:scale>
          <a:sx n="75" d="100"/>
          <a:sy n="75" d="100"/>
        </p:scale>
        <p:origin x="808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000E2B-1716-4996-895A-E3EFCB0FDA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ECD1490-13A1-46DE-B6E5-4D3DF8259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012215-66DB-4897-BF08-6878C3CDD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12FECC-BC74-4553-8A0C-09EC9C2B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10ECBA-AC54-4177-9D76-3AF477A54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9590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FC9AD-6EEC-4BC8-A98C-07E437811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B097BA-66E5-497B-8B3E-9836E29E9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8DFFD9-9FFC-431E-9015-F8259C702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F1D9FBA-53B2-48DF-AE35-76204D07D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2BA45A-72F3-413D-8C83-1DDAACB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2824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5A909B-452B-4392-B4DB-286D0EB12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7C6408-E78C-4A45-AF39-9BF08F36B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393EA3-8DAC-4E7C-A4E9-23DA9F885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67066F-3E51-41FE-85EF-33A4C196A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1BEA59-E68C-40E3-8A8A-5F5E7B14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39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2FCB59-2BAD-49FF-B983-E9452A1BC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ECEFA1-FA47-402C-9928-8AB12F8D95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E7E66D1-53CB-431D-9C55-477F2D03AB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889AD8-9C41-4A8B-BB1C-D33AF7C0F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369C6A5-B1FA-428F-B3C8-4B00395A6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0082AF4-0B5C-4A0E-A7C1-D7AAE7D1E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881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D4D5C0-E44B-401F-BE7D-52004024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420115-CB07-4D50-98C9-2EB92C8E5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AADF982-DA7C-47DE-B9D9-297176DAF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5B72D86-A4EE-4BE5-ADAF-82C6DDF18D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9256B8-0487-4CD9-AE33-04D0A8D639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F94B8A3-2EC2-4F55-8942-FD1CA7A1F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782156C-EFAB-4ED5-8837-01799A071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8035EA-1E12-4D8B-AA08-15244393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779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80EED-08EE-4623-99BA-D0567871C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377CBC9-48B5-410A-92AD-6471A5EA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4E0F1B1-D41E-43AF-9DD7-4D5AEB81D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DBBF462-2AB9-49A2-B678-56E9B9ACE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2563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E11F107-B844-4FEA-BE17-C7D1D40A3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FCEE90-B7AC-49FC-B97C-97F0E1085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F9875C-7D48-4C0D-BFFC-418867A8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992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E7F8B2-97FA-49B4-A358-660AE9047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4D82B6-610B-49C7-99FE-2F2DDA879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9C0D56-8E5C-4EFB-ADCF-38CF3EE42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1F349C-EDC5-4C7A-BDB4-5536E7E10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7DCFE71-0BBD-47ED-B517-67E67DE3C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70CCD1B-256A-4488-8956-8045C8F6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985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3FEA93-70BC-4B99-B019-6E532C517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AD7078E-4CAE-491F-AB40-545A98CAB2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342BAB2-9CD8-4C3C-96CC-E564F88E6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8323636-76FA-4278-8BE1-880E98D74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D311BA8-5263-4BEE-AA60-D61312EAD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1FD478-2A8C-4D8F-97B4-6D90065B6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9194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D7BE59-3D0D-4709-8DF9-32D26F84A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C644E6-4B29-4A78-AEBD-FF1B9CBBA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B7DBD5-0E5C-4C9B-9270-0FDD79322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FBEFB0-7722-4D8C-BBB9-0B970DC20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A11793-E236-4DB9-AAF6-FF8FCCBE6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3764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87EB609-0048-4F3E-BFB3-B18E4D2B3E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EBF519-12DE-4DE2-9B7B-2886F6A7E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1B08B8-4323-4AB4-A4C7-060025F17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AE845B-08D1-4994-A342-FF365F89E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69FBF8-9D34-4CDA-AB0D-CC8EAE257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976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1E22EB2-FA30-4684-AE98-759D59760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0080637-16EA-4C67-B002-9462C03BA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5F9564-1E65-4CC6-B6EE-738364B3A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19278-4D27-4CFE-9D56-B1AA2F1EEA35}" type="datetimeFigureOut">
              <a:rPr lang="zh-CN" altLang="en-US" smtClean="0"/>
              <a:t>2025/10/5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36C7B6-F711-49CB-9DAF-CEF57531B2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251BC3-ED08-484B-9632-C87C943E6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A6824-E794-4657-A557-4211A4A018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187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480523-3A2B-4FC3-80F6-7A33C2F317A0}"/>
              </a:ext>
            </a:extLst>
          </p:cNvPr>
          <p:cNvSpPr txBox="1"/>
          <p:nvPr/>
        </p:nvSpPr>
        <p:spPr>
          <a:xfrm>
            <a:off x="2791327" y="1467853"/>
            <a:ext cx="1973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>
                <a:solidFill>
                  <a:srgbClr val="0070C0"/>
                </a:solidFill>
                <a:latin typeface="Agency FB" panose="020B0503020202020204" pitchFamily="34" charset="0"/>
              </a:rPr>
              <a:t>Bumper</a:t>
            </a:r>
            <a:r>
              <a:rPr lang="en-US" altLang="zh-CN" sz="2400" b="1" i="1" dirty="0">
                <a:latin typeface="Agency FB" panose="020B0503020202020204" pitchFamily="34" charset="0"/>
              </a:rPr>
              <a:t> </a:t>
            </a:r>
            <a:r>
              <a:rPr lang="en-US" altLang="zh-CN" sz="2400" b="1" i="1" dirty="0">
                <a:solidFill>
                  <a:srgbClr val="DE0000"/>
                </a:solidFill>
                <a:latin typeface="Agency FB" panose="020B0503020202020204" pitchFamily="34" charset="0"/>
              </a:rPr>
              <a:t>Master</a:t>
            </a:r>
            <a:endParaRPr lang="zh-CN" altLang="en-US" sz="2400" b="1" i="1" dirty="0">
              <a:solidFill>
                <a:srgbClr val="DE0000"/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25BE9D3C-006B-4DEC-99AE-00FA53CE42F2}"/>
              </a:ext>
            </a:extLst>
          </p:cNvPr>
          <p:cNvGrpSpPr/>
          <p:nvPr/>
        </p:nvGrpSpPr>
        <p:grpSpPr>
          <a:xfrm>
            <a:off x="1553257" y="1381248"/>
            <a:ext cx="10449214" cy="4095505"/>
            <a:chOff x="1553257" y="1381248"/>
            <a:chExt cx="10449214" cy="4095505"/>
          </a:xfrm>
        </p:grpSpPr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2D8EE347-4EA2-4DCF-BF76-189076A228FF}"/>
                </a:ext>
              </a:extLst>
            </p:cNvPr>
            <p:cNvSpPr/>
            <p:nvPr/>
          </p:nvSpPr>
          <p:spPr>
            <a:xfrm rot="18900000">
              <a:off x="1553257" y="3779515"/>
              <a:ext cx="6787894" cy="1697238"/>
            </a:xfrm>
            <a:custGeom>
              <a:avLst/>
              <a:gdLst>
                <a:gd name="connsiteX0" fmla="*/ 6787894 w 6787894"/>
                <a:gd name="connsiteY0" fmla="*/ 0 h 1697238"/>
                <a:gd name="connsiteX1" fmla="*/ 5032118 w 6787894"/>
                <a:gd name="connsiteY1" fmla="*/ 1697238 h 1697238"/>
                <a:gd name="connsiteX2" fmla="*/ 1569504 w 6787894"/>
                <a:gd name="connsiteY2" fmla="*/ 1697238 h 1697238"/>
                <a:gd name="connsiteX3" fmla="*/ 0 w 6787894"/>
                <a:gd name="connsiteY3" fmla="*/ 127734 h 1697238"/>
                <a:gd name="connsiteX4" fmla="*/ 127734 w 6787894"/>
                <a:gd name="connsiteY4" fmla="*/ 0 h 1697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894" h="1697238">
                  <a:moveTo>
                    <a:pt x="6787894" y="0"/>
                  </a:moveTo>
                  <a:lnTo>
                    <a:pt x="5032118" y="1697238"/>
                  </a:lnTo>
                  <a:lnTo>
                    <a:pt x="1569504" y="1697238"/>
                  </a:lnTo>
                  <a:lnTo>
                    <a:pt x="0" y="127734"/>
                  </a:lnTo>
                  <a:lnTo>
                    <a:pt x="127734" y="0"/>
                  </a:lnTo>
                  <a:close/>
                </a:path>
              </a:pathLst>
            </a:custGeom>
            <a:solidFill>
              <a:srgbClr val="0046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6D4813BA-49C8-4E0C-BCCC-1FA1C19EEC1C}"/>
                </a:ext>
              </a:extLst>
            </p:cNvPr>
            <p:cNvSpPr/>
            <p:nvPr/>
          </p:nvSpPr>
          <p:spPr>
            <a:xfrm rot="18900000">
              <a:off x="5214577" y="1381248"/>
              <a:ext cx="6787894" cy="1697238"/>
            </a:xfrm>
            <a:custGeom>
              <a:avLst/>
              <a:gdLst>
                <a:gd name="connsiteX0" fmla="*/ 5218391 w 6787894"/>
                <a:gd name="connsiteY0" fmla="*/ 0 h 1697238"/>
                <a:gd name="connsiteX1" fmla="*/ 6787894 w 6787894"/>
                <a:gd name="connsiteY1" fmla="*/ 1569503 h 1697238"/>
                <a:gd name="connsiteX2" fmla="*/ 6660159 w 6787894"/>
                <a:gd name="connsiteY2" fmla="*/ 1697238 h 1697238"/>
                <a:gd name="connsiteX3" fmla="*/ 0 w 6787894"/>
                <a:gd name="connsiteY3" fmla="*/ 1697238 h 1697238"/>
                <a:gd name="connsiteX4" fmla="*/ 1755776 w 6787894"/>
                <a:gd name="connsiteY4" fmla="*/ 0 h 1697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894" h="1697238">
                  <a:moveTo>
                    <a:pt x="5218391" y="0"/>
                  </a:moveTo>
                  <a:lnTo>
                    <a:pt x="6787894" y="1569503"/>
                  </a:lnTo>
                  <a:lnTo>
                    <a:pt x="6660159" y="1697238"/>
                  </a:lnTo>
                  <a:lnTo>
                    <a:pt x="0" y="1697238"/>
                  </a:lnTo>
                  <a:lnTo>
                    <a:pt x="1755776" y="0"/>
                  </a:lnTo>
                  <a:close/>
                </a:path>
              </a:pathLst>
            </a:cu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pic>
        <p:nvPicPr>
          <p:cNvPr id="20" name="图片 19">
            <a:extLst>
              <a:ext uri="{FF2B5EF4-FFF2-40B4-BE49-F238E27FC236}">
                <a16:creationId xmlns:a16="http://schemas.microsoft.com/office/drawing/2014/main" id="{0A7AD15F-F859-4DB5-850E-709CADA46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634144" y="-1623087"/>
            <a:ext cx="9669094" cy="6181880"/>
          </a:xfrm>
          <a:prstGeom prst="rect">
            <a:avLst/>
          </a:prstGeom>
        </p:spPr>
      </p:pic>
      <p:sp>
        <p:nvSpPr>
          <p:cNvPr id="21" name="椭圆 20">
            <a:extLst>
              <a:ext uri="{FF2B5EF4-FFF2-40B4-BE49-F238E27FC236}">
                <a16:creationId xmlns:a16="http://schemas.microsoft.com/office/drawing/2014/main" id="{96540524-6540-470D-A63B-B020DB0D5E6F}"/>
              </a:ext>
            </a:extLst>
          </p:cNvPr>
          <p:cNvSpPr/>
          <p:nvPr/>
        </p:nvSpPr>
        <p:spPr>
          <a:xfrm>
            <a:off x="9486977" y="4038600"/>
            <a:ext cx="1536194" cy="1536194"/>
          </a:xfrm>
          <a:prstGeom prst="ellipse">
            <a:avLst/>
          </a:prstGeom>
          <a:gradFill flip="none" rotWithShape="1">
            <a:gsLst>
              <a:gs pos="19000">
                <a:schemeClr val="bg1">
                  <a:alpha val="0"/>
                </a:schemeClr>
              </a:gs>
              <a:gs pos="79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1824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254751A-375F-4901-8E5E-0E74012F6175}"/>
              </a:ext>
            </a:extLst>
          </p:cNvPr>
          <p:cNvSpPr/>
          <p:nvPr/>
        </p:nvSpPr>
        <p:spPr>
          <a:xfrm>
            <a:off x="10159999" y="173565"/>
            <a:ext cx="2032001" cy="6007101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613587-43BE-47C3-8482-214CA4C29B87}"/>
              </a:ext>
            </a:extLst>
          </p:cNvPr>
          <p:cNvSpPr/>
          <p:nvPr/>
        </p:nvSpPr>
        <p:spPr>
          <a:xfrm>
            <a:off x="6095998" y="173565"/>
            <a:ext cx="2032001" cy="6007101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80776D-C37D-4EA8-8AF4-0CFA6D3DCD1F}"/>
              </a:ext>
            </a:extLst>
          </p:cNvPr>
          <p:cNvSpPr/>
          <p:nvPr/>
        </p:nvSpPr>
        <p:spPr>
          <a:xfrm>
            <a:off x="8127999" y="173565"/>
            <a:ext cx="2032001" cy="6007101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210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999</TotalTime>
  <Words>2</Words>
  <Application>Microsoft Office PowerPoint</Application>
  <PresentationFormat>宽屏</PresentationFormat>
  <Paragraphs>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Agency FB</vt:lpstr>
      <vt:lpstr>Arial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泰睿 李</dc:creator>
  <cp:lastModifiedBy>泰睿 李</cp:lastModifiedBy>
  <cp:revision>14</cp:revision>
  <dcterms:created xsi:type="dcterms:W3CDTF">2025-10-04T21:50:36Z</dcterms:created>
  <dcterms:modified xsi:type="dcterms:W3CDTF">2025-10-05T21:23:45Z</dcterms:modified>
</cp:coreProperties>
</file>