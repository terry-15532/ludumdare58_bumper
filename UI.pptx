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5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0000"/>
    <a:srgbClr val="920000"/>
    <a:srgbClr val="C0ACAC"/>
    <a:srgbClr val="AE9494"/>
    <a:srgbClr val="CBADAD"/>
    <a:srgbClr val="004692"/>
    <a:srgbClr val="0070C0"/>
    <a:srgbClr val="004EA4"/>
    <a:srgbClr val="A3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4" y="3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000E2B-1716-4996-895A-E3EFCB0FD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CD1490-13A1-46DE-B6E5-4D3DF82591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012215-66DB-4897-BF08-6878C3CDD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19278-4D27-4CFE-9D56-B1AA2F1EEA35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12FECC-BC74-4553-8A0C-09EC9C2B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10ECBA-AC54-4177-9D76-3AF477A54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A6824-E794-4657-A557-4211A4A018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59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FC9AD-6EEC-4BC8-A98C-07E437811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B097BA-66E5-497B-8B3E-9836E29E9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8DFFD9-9FFC-431E-9015-F8259C702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19278-4D27-4CFE-9D56-B1AA2F1EEA35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1D9FBA-53B2-48DF-AE35-76204D07D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2BA45A-72F3-413D-8C83-1DDAACB30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A6824-E794-4657-A557-4211A4A018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824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5A909B-452B-4392-B4DB-286D0EB12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7C6408-E78C-4A45-AF39-9BF08F36B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393EA3-8DAC-4E7C-A4E9-23DA9F885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19278-4D27-4CFE-9D56-B1AA2F1EEA35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67066F-3E51-41FE-85EF-33A4C196A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1BEA59-E68C-40E3-8A8A-5F5E7B144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A6824-E794-4657-A557-4211A4A018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39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2FCB59-2BAD-49FF-B983-E9452A1BC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ECEFA1-FA47-402C-9928-8AB12F8D9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7E66D1-53CB-431D-9C55-477F2D03A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889AD8-9C41-4A8B-BB1C-D33AF7C0F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19278-4D27-4CFE-9D56-B1AA2F1EEA35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9C6A5-B1FA-428F-B3C8-4B00395A6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082AF4-0B5C-4A0E-A7C1-D7AAE7D1E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A6824-E794-4657-A557-4211A4A018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814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D4D5C0-E44B-401F-BE7D-52004024D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420115-CB07-4D50-98C9-2EB92C8E5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ADF982-DA7C-47DE-B9D9-297176DAF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B72D86-A4EE-4BE5-ADAF-82C6DDF18D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09256B8-0487-4CD9-AE33-04D0A8D639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F94B8A3-2EC2-4F55-8942-FD1CA7A1F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19278-4D27-4CFE-9D56-B1AA2F1EEA35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782156C-EFAB-4ED5-8837-01799A071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48035EA-1E12-4D8B-AA08-15244393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A6824-E794-4657-A557-4211A4A018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779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B80EED-08EE-4623-99BA-D0567871C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377CBC9-48B5-410A-92AD-6471A5EA5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19278-4D27-4CFE-9D56-B1AA2F1EEA35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4E0F1B1-D41E-43AF-9DD7-4D5AEB81D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DBBF462-2AB9-49A2-B678-56E9B9ACE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A6824-E794-4657-A557-4211A4A018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563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E11F107-B844-4FEA-BE17-C7D1D40A3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19278-4D27-4CFE-9D56-B1AA2F1EEA35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AFCEE90-B7AC-49FC-B97C-97F0E1085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F9875C-7D48-4C0D-BFFC-418867A8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A6824-E794-4657-A557-4211A4A018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992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E7F8B2-97FA-49B4-A358-660AE9047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4D82B6-610B-49C7-99FE-2F2DDA879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9C0D56-8E5C-4EFB-ADCF-38CF3EE42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1F349C-EDC5-4C7A-BDB4-5536E7E10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19278-4D27-4CFE-9D56-B1AA2F1EEA35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DCFE71-0BBD-47ED-B517-67E67DE3C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0CCD1B-256A-4488-8956-8045C8F64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A6824-E794-4657-A557-4211A4A018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985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3FEA93-70BC-4B99-B019-6E532C517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AD7078E-4CAE-491F-AB40-545A98CAB2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42BAB2-9CD8-4C3C-96CC-E564F88E6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323636-76FA-4278-8BE1-880E98D74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19278-4D27-4CFE-9D56-B1AA2F1EEA35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311BA8-5263-4BEE-AA60-D61312EAD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1FD478-2A8C-4D8F-97B4-6D90065B6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A6824-E794-4657-A557-4211A4A018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194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7BE59-3D0D-4709-8DF9-32D26F84A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C644E6-4B29-4A78-AEBD-FF1B9CBBA6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B7DBD5-0E5C-4C9B-9270-0FDD79322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19278-4D27-4CFE-9D56-B1AA2F1EEA35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FBEFB0-7722-4D8C-BBB9-0B970DC20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A11793-E236-4DB9-AAF6-FF8FCCBE6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A6824-E794-4657-A557-4211A4A018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764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87EB609-0048-4F3E-BFB3-B18E4D2B3E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EBF519-12DE-4DE2-9B7B-2886F6A7E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1B08B8-4323-4AB4-A4C7-060025F17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19278-4D27-4CFE-9D56-B1AA2F1EEA35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AE845B-08D1-4994-A342-FF365F89E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69FBF8-9D34-4CDA-AB0D-CC8EAE257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A6824-E794-4657-A557-4211A4A018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976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1E22EB2-FA30-4684-AE98-759D59760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080637-16EA-4C67-B002-9462C03BA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5F9564-1E65-4CC6-B6EE-738364B3AE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19278-4D27-4CFE-9D56-B1AA2F1EEA35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36C7B6-F711-49CB-9DAF-CEF57531B2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251BC3-ED08-484B-9632-C87C943E6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A6824-E794-4657-A557-4211A4A018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187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7480523-3A2B-4FC3-80F6-7A33C2F317A0}"/>
              </a:ext>
            </a:extLst>
          </p:cNvPr>
          <p:cNvSpPr txBox="1"/>
          <p:nvPr/>
        </p:nvSpPr>
        <p:spPr>
          <a:xfrm>
            <a:off x="2791327" y="1467853"/>
            <a:ext cx="1973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>
                <a:solidFill>
                  <a:srgbClr val="0070C0"/>
                </a:solidFill>
                <a:latin typeface="Agency FB" panose="020B0503020202020204" pitchFamily="34" charset="0"/>
              </a:rPr>
              <a:t>Bumper</a:t>
            </a:r>
            <a:r>
              <a:rPr lang="en-US" altLang="zh-CN" sz="2400" b="1" i="1" dirty="0">
                <a:latin typeface="Agency FB" panose="020B0503020202020204" pitchFamily="34" charset="0"/>
              </a:rPr>
              <a:t> </a:t>
            </a:r>
            <a:r>
              <a:rPr lang="en-US" altLang="zh-CN" sz="2400" b="1" i="1" dirty="0">
                <a:solidFill>
                  <a:srgbClr val="DE0000"/>
                </a:solidFill>
                <a:latin typeface="Agency FB" panose="020B0503020202020204" pitchFamily="34" charset="0"/>
              </a:rPr>
              <a:t>Master</a:t>
            </a:r>
            <a:endParaRPr lang="zh-CN" altLang="en-US" sz="2400" b="1" i="1" dirty="0">
              <a:solidFill>
                <a:srgbClr val="DE0000"/>
              </a:solidFill>
              <a:latin typeface="Agency FB" panose="020B0503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5BE9D3C-006B-4DEC-99AE-00FA53CE42F2}"/>
              </a:ext>
            </a:extLst>
          </p:cNvPr>
          <p:cNvGrpSpPr/>
          <p:nvPr/>
        </p:nvGrpSpPr>
        <p:grpSpPr>
          <a:xfrm>
            <a:off x="1553257" y="1381248"/>
            <a:ext cx="10449214" cy="4095505"/>
            <a:chOff x="1553257" y="1381248"/>
            <a:chExt cx="10449214" cy="4095505"/>
          </a:xfrm>
        </p:grpSpPr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2D8EE347-4EA2-4DCF-BF76-189076A228FF}"/>
                </a:ext>
              </a:extLst>
            </p:cNvPr>
            <p:cNvSpPr/>
            <p:nvPr/>
          </p:nvSpPr>
          <p:spPr>
            <a:xfrm rot="18900000">
              <a:off x="1553257" y="3779515"/>
              <a:ext cx="6787894" cy="1697238"/>
            </a:xfrm>
            <a:custGeom>
              <a:avLst/>
              <a:gdLst>
                <a:gd name="connsiteX0" fmla="*/ 6787894 w 6787894"/>
                <a:gd name="connsiteY0" fmla="*/ 0 h 1697238"/>
                <a:gd name="connsiteX1" fmla="*/ 5032118 w 6787894"/>
                <a:gd name="connsiteY1" fmla="*/ 1697238 h 1697238"/>
                <a:gd name="connsiteX2" fmla="*/ 1569504 w 6787894"/>
                <a:gd name="connsiteY2" fmla="*/ 1697238 h 1697238"/>
                <a:gd name="connsiteX3" fmla="*/ 0 w 6787894"/>
                <a:gd name="connsiteY3" fmla="*/ 127734 h 1697238"/>
                <a:gd name="connsiteX4" fmla="*/ 127734 w 6787894"/>
                <a:gd name="connsiteY4" fmla="*/ 0 h 169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7894" h="1697238">
                  <a:moveTo>
                    <a:pt x="6787894" y="0"/>
                  </a:moveTo>
                  <a:lnTo>
                    <a:pt x="5032118" y="1697238"/>
                  </a:lnTo>
                  <a:lnTo>
                    <a:pt x="1569504" y="1697238"/>
                  </a:lnTo>
                  <a:lnTo>
                    <a:pt x="0" y="127734"/>
                  </a:lnTo>
                  <a:lnTo>
                    <a:pt x="127734" y="0"/>
                  </a:lnTo>
                  <a:close/>
                </a:path>
              </a:pathLst>
            </a:custGeom>
            <a:solidFill>
              <a:srgbClr val="0046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6D4813BA-49C8-4E0C-BCCC-1FA1C19EEC1C}"/>
                </a:ext>
              </a:extLst>
            </p:cNvPr>
            <p:cNvSpPr/>
            <p:nvPr/>
          </p:nvSpPr>
          <p:spPr>
            <a:xfrm rot="18900000">
              <a:off x="5214577" y="1381248"/>
              <a:ext cx="6787894" cy="1697238"/>
            </a:xfrm>
            <a:custGeom>
              <a:avLst/>
              <a:gdLst>
                <a:gd name="connsiteX0" fmla="*/ 5218391 w 6787894"/>
                <a:gd name="connsiteY0" fmla="*/ 0 h 1697238"/>
                <a:gd name="connsiteX1" fmla="*/ 6787894 w 6787894"/>
                <a:gd name="connsiteY1" fmla="*/ 1569503 h 1697238"/>
                <a:gd name="connsiteX2" fmla="*/ 6660159 w 6787894"/>
                <a:gd name="connsiteY2" fmla="*/ 1697238 h 1697238"/>
                <a:gd name="connsiteX3" fmla="*/ 0 w 6787894"/>
                <a:gd name="connsiteY3" fmla="*/ 1697238 h 1697238"/>
                <a:gd name="connsiteX4" fmla="*/ 1755776 w 6787894"/>
                <a:gd name="connsiteY4" fmla="*/ 0 h 169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7894" h="1697238">
                  <a:moveTo>
                    <a:pt x="5218391" y="0"/>
                  </a:moveTo>
                  <a:lnTo>
                    <a:pt x="6787894" y="1569503"/>
                  </a:lnTo>
                  <a:lnTo>
                    <a:pt x="6660159" y="1697238"/>
                  </a:lnTo>
                  <a:lnTo>
                    <a:pt x="0" y="1697238"/>
                  </a:lnTo>
                  <a:lnTo>
                    <a:pt x="1755776" y="0"/>
                  </a:lnTo>
                  <a:close/>
                </a:path>
              </a:pathLst>
            </a:custGeom>
            <a:solidFill>
              <a:srgbClr val="9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0A7AD15F-F859-4DB5-850E-709CADA46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721942" y="-1623087"/>
            <a:ext cx="9669094" cy="6181880"/>
          </a:xfrm>
          <a:prstGeom prst="rect">
            <a:avLst/>
          </a:prstGeom>
        </p:spPr>
      </p:pic>
      <p:sp>
        <p:nvSpPr>
          <p:cNvPr id="21" name="椭圆 20">
            <a:extLst>
              <a:ext uri="{FF2B5EF4-FFF2-40B4-BE49-F238E27FC236}">
                <a16:creationId xmlns:a16="http://schemas.microsoft.com/office/drawing/2014/main" id="{96540524-6540-470D-A63B-B020DB0D5E6F}"/>
              </a:ext>
            </a:extLst>
          </p:cNvPr>
          <p:cNvSpPr/>
          <p:nvPr/>
        </p:nvSpPr>
        <p:spPr>
          <a:xfrm>
            <a:off x="9476647" y="4038600"/>
            <a:ext cx="1536194" cy="1536194"/>
          </a:xfrm>
          <a:prstGeom prst="ellipse">
            <a:avLst/>
          </a:prstGeom>
          <a:gradFill flip="none" rotWithShape="1">
            <a:gsLst>
              <a:gs pos="19000">
                <a:schemeClr val="bg1">
                  <a:alpha val="0"/>
                </a:schemeClr>
              </a:gs>
              <a:gs pos="79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5554C6F-DBF1-44AA-A824-D85F7BABFB53}"/>
              </a:ext>
            </a:extLst>
          </p:cNvPr>
          <p:cNvSpPr/>
          <p:nvPr/>
        </p:nvSpPr>
        <p:spPr>
          <a:xfrm>
            <a:off x="10160076" y="2075903"/>
            <a:ext cx="1536194" cy="1536194"/>
          </a:xfrm>
          <a:prstGeom prst="ellipse">
            <a:avLst/>
          </a:prstGeom>
          <a:gradFill flip="none" rotWithShape="1">
            <a:gsLst>
              <a:gs pos="70000">
                <a:schemeClr val="bg1">
                  <a:alpha val="0"/>
                </a:schemeClr>
              </a:gs>
              <a:gs pos="11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824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ACAF28B-AAD1-44E0-9C64-164E892101BF}"/>
              </a:ext>
            </a:extLst>
          </p:cNvPr>
          <p:cNvSpPr/>
          <p:nvPr/>
        </p:nvSpPr>
        <p:spPr>
          <a:xfrm>
            <a:off x="857183" y="3104059"/>
            <a:ext cx="4796131" cy="1029903"/>
          </a:xfrm>
          <a:prstGeom prst="roundRect">
            <a:avLst>
              <a:gd name="adj" fmla="val 4933"/>
            </a:avLst>
          </a:prstGeom>
          <a:solidFill>
            <a:schemeClr val="bg1">
              <a:lumMod val="75000"/>
            </a:schemeClr>
          </a:solidFill>
          <a:ln w="635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FB87D07-6C63-4FC8-8ED0-5301B11FAF98}"/>
              </a:ext>
            </a:extLst>
          </p:cNvPr>
          <p:cNvSpPr txBox="1"/>
          <p:nvPr/>
        </p:nvSpPr>
        <p:spPr>
          <a:xfrm>
            <a:off x="5998574" y="658778"/>
            <a:ext cx="51005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b="1" i="1" dirty="0">
                <a:solidFill>
                  <a:srgbClr val="0070C0"/>
                </a:solidFill>
                <a:latin typeface="Agency FB" panose="020B0503020202020204" pitchFamily="34" charset="0"/>
              </a:rPr>
              <a:t>Bumper</a:t>
            </a:r>
            <a:r>
              <a:rPr lang="en-US" altLang="zh-CN" sz="7200" b="1" i="1" dirty="0">
                <a:latin typeface="Agency FB" panose="020B0503020202020204" pitchFamily="34" charset="0"/>
              </a:rPr>
              <a:t> </a:t>
            </a:r>
            <a:r>
              <a:rPr lang="en-US" altLang="zh-CN" sz="7200" b="1" i="1" dirty="0">
                <a:solidFill>
                  <a:srgbClr val="DE0000"/>
                </a:solidFill>
                <a:latin typeface="Agency FB" panose="020B0503020202020204" pitchFamily="34" charset="0"/>
              </a:rPr>
              <a:t>Master</a:t>
            </a:r>
            <a:endParaRPr lang="zh-CN" altLang="en-US" sz="7200" b="1" i="1" dirty="0">
              <a:solidFill>
                <a:srgbClr val="DE0000"/>
              </a:solidFill>
              <a:latin typeface="Agency FB" panose="020B0503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DAA589D-48AC-4DB3-8B05-F9D550705F24}"/>
              </a:ext>
            </a:extLst>
          </p:cNvPr>
          <p:cNvSpPr txBox="1"/>
          <p:nvPr/>
        </p:nvSpPr>
        <p:spPr>
          <a:xfrm>
            <a:off x="1095458" y="3234288"/>
            <a:ext cx="44280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4400" b="1" dirty="0">
                <a:solidFill>
                  <a:schemeClr val="bg1"/>
                </a:solidFill>
                <a:latin typeface="Agency FB" panose="020B0503020202020204" pitchFamily="34" charset="0"/>
              </a:rPr>
              <a:t>Two-Player Mode</a:t>
            </a:r>
            <a:endParaRPr lang="zh-CN" altLang="en-US" sz="44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E48C3FB-41F0-4717-B7ED-7C37B7CD9070}"/>
              </a:ext>
            </a:extLst>
          </p:cNvPr>
          <p:cNvSpPr/>
          <p:nvPr/>
        </p:nvSpPr>
        <p:spPr>
          <a:xfrm>
            <a:off x="857182" y="5084722"/>
            <a:ext cx="4796131" cy="1029903"/>
          </a:xfrm>
          <a:prstGeom prst="roundRect">
            <a:avLst>
              <a:gd name="adj" fmla="val 7046"/>
            </a:avLst>
          </a:prstGeom>
          <a:solidFill>
            <a:srgbClr val="C00000"/>
          </a:solidFill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CFDAA2B-0969-4375-8139-9D92CCC4102C}"/>
              </a:ext>
            </a:extLst>
          </p:cNvPr>
          <p:cNvSpPr txBox="1"/>
          <p:nvPr/>
        </p:nvSpPr>
        <p:spPr>
          <a:xfrm>
            <a:off x="1105504" y="5214952"/>
            <a:ext cx="44280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4400" b="1" dirty="0">
                <a:solidFill>
                  <a:schemeClr val="bg1"/>
                </a:solidFill>
                <a:latin typeface="Agency FB" panose="020B0503020202020204" pitchFamily="34" charset="0"/>
              </a:rPr>
              <a:t>Single-Player Mode</a:t>
            </a:r>
            <a:endParaRPr lang="zh-CN" altLang="en-US" sz="44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12DDE7F-975A-4B5D-B0F0-938AB5C105F8}"/>
              </a:ext>
            </a:extLst>
          </p:cNvPr>
          <p:cNvSpPr/>
          <p:nvPr/>
        </p:nvSpPr>
        <p:spPr>
          <a:xfrm>
            <a:off x="857183" y="2988243"/>
            <a:ext cx="362017" cy="1261533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635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8192694-4E1B-4EB4-9B16-E860C8C87600}"/>
              </a:ext>
            </a:extLst>
          </p:cNvPr>
          <p:cNvSpPr/>
          <p:nvPr/>
        </p:nvSpPr>
        <p:spPr>
          <a:xfrm>
            <a:off x="857182" y="4968908"/>
            <a:ext cx="362017" cy="1261533"/>
          </a:xfrm>
          <a:prstGeom prst="roundRect">
            <a:avLst>
              <a:gd name="adj" fmla="val 0"/>
            </a:avLst>
          </a:prstGeom>
          <a:solidFill>
            <a:srgbClr val="920000"/>
          </a:solidFill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0405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>
            <a:extLst>
              <a:ext uri="{FF2B5EF4-FFF2-40B4-BE49-F238E27FC236}">
                <a16:creationId xmlns:a16="http://schemas.microsoft.com/office/drawing/2014/main" id="{66AB39F6-EDD0-4103-9485-6712E636C116}"/>
              </a:ext>
            </a:extLst>
          </p:cNvPr>
          <p:cNvGrpSpPr/>
          <p:nvPr/>
        </p:nvGrpSpPr>
        <p:grpSpPr>
          <a:xfrm>
            <a:off x="-1036860" y="1929516"/>
            <a:ext cx="14625860" cy="3269797"/>
            <a:chOff x="-1036860" y="1929516"/>
            <a:chExt cx="14625860" cy="3269797"/>
          </a:xfrm>
        </p:grpSpPr>
        <p:sp>
          <p:nvSpPr>
            <p:cNvPr id="18" name="平行四边形 17">
              <a:extLst>
                <a:ext uri="{FF2B5EF4-FFF2-40B4-BE49-F238E27FC236}">
                  <a16:creationId xmlns:a16="http://schemas.microsoft.com/office/drawing/2014/main" id="{7342CF37-B902-4868-B2CD-736DABB0FE23}"/>
                </a:ext>
              </a:extLst>
            </p:cNvPr>
            <p:cNvSpPr/>
            <p:nvPr/>
          </p:nvSpPr>
          <p:spPr>
            <a:xfrm>
              <a:off x="704206" y="1929516"/>
              <a:ext cx="2438400" cy="3225800"/>
            </a:xfrm>
            <a:prstGeom prst="parallelogram">
              <a:avLst>
                <a:gd name="adj" fmla="val 57292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平行四边形 18">
              <a:extLst>
                <a:ext uri="{FF2B5EF4-FFF2-40B4-BE49-F238E27FC236}">
                  <a16:creationId xmlns:a16="http://schemas.microsoft.com/office/drawing/2014/main" id="{ED5A557B-3964-4949-A589-8301D43F6939}"/>
                </a:ext>
              </a:extLst>
            </p:cNvPr>
            <p:cNvSpPr/>
            <p:nvPr/>
          </p:nvSpPr>
          <p:spPr>
            <a:xfrm>
              <a:off x="2445272" y="1929516"/>
              <a:ext cx="2438400" cy="3225800"/>
            </a:xfrm>
            <a:prstGeom prst="parallelogram">
              <a:avLst>
                <a:gd name="adj" fmla="val 57292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平行四边形 19">
              <a:extLst>
                <a:ext uri="{FF2B5EF4-FFF2-40B4-BE49-F238E27FC236}">
                  <a16:creationId xmlns:a16="http://schemas.microsoft.com/office/drawing/2014/main" id="{625AD736-FE2B-458F-A4AE-6A3FC994DE5F}"/>
                </a:ext>
              </a:extLst>
            </p:cNvPr>
            <p:cNvSpPr/>
            <p:nvPr/>
          </p:nvSpPr>
          <p:spPr>
            <a:xfrm>
              <a:off x="4186338" y="1929516"/>
              <a:ext cx="2438400" cy="3225800"/>
            </a:xfrm>
            <a:prstGeom prst="parallelogram">
              <a:avLst>
                <a:gd name="adj" fmla="val 57292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平行四边形 20">
              <a:extLst>
                <a:ext uri="{FF2B5EF4-FFF2-40B4-BE49-F238E27FC236}">
                  <a16:creationId xmlns:a16="http://schemas.microsoft.com/office/drawing/2014/main" id="{00729E99-FE67-41B2-B0A9-AA9B5E6A594E}"/>
                </a:ext>
              </a:extLst>
            </p:cNvPr>
            <p:cNvSpPr/>
            <p:nvPr/>
          </p:nvSpPr>
          <p:spPr>
            <a:xfrm>
              <a:off x="5927404" y="1929516"/>
              <a:ext cx="2438400" cy="3225800"/>
            </a:xfrm>
            <a:prstGeom prst="parallelogram">
              <a:avLst>
                <a:gd name="adj" fmla="val 57292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平行四边形 21">
              <a:extLst>
                <a:ext uri="{FF2B5EF4-FFF2-40B4-BE49-F238E27FC236}">
                  <a16:creationId xmlns:a16="http://schemas.microsoft.com/office/drawing/2014/main" id="{6E3CD790-E1A4-4149-AD78-633F728C107E}"/>
                </a:ext>
              </a:extLst>
            </p:cNvPr>
            <p:cNvSpPr/>
            <p:nvPr/>
          </p:nvSpPr>
          <p:spPr>
            <a:xfrm>
              <a:off x="7668470" y="1929516"/>
              <a:ext cx="2438400" cy="3225800"/>
            </a:xfrm>
            <a:prstGeom prst="parallelogram">
              <a:avLst>
                <a:gd name="adj" fmla="val 57292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平行四边形 22">
              <a:extLst>
                <a:ext uri="{FF2B5EF4-FFF2-40B4-BE49-F238E27FC236}">
                  <a16:creationId xmlns:a16="http://schemas.microsoft.com/office/drawing/2014/main" id="{6B54A076-82A5-4872-8F9E-15D261863D7B}"/>
                </a:ext>
              </a:extLst>
            </p:cNvPr>
            <p:cNvSpPr/>
            <p:nvPr/>
          </p:nvSpPr>
          <p:spPr>
            <a:xfrm>
              <a:off x="9409536" y="1929516"/>
              <a:ext cx="2438400" cy="3225800"/>
            </a:xfrm>
            <a:prstGeom prst="parallelogram">
              <a:avLst>
                <a:gd name="adj" fmla="val 57292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平行四边形 28">
              <a:extLst>
                <a:ext uri="{FF2B5EF4-FFF2-40B4-BE49-F238E27FC236}">
                  <a16:creationId xmlns:a16="http://schemas.microsoft.com/office/drawing/2014/main" id="{42A8ECA0-D0AA-47FC-A995-8187C49B6AC6}"/>
                </a:ext>
              </a:extLst>
            </p:cNvPr>
            <p:cNvSpPr/>
            <p:nvPr/>
          </p:nvSpPr>
          <p:spPr>
            <a:xfrm>
              <a:off x="11150600" y="1929516"/>
              <a:ext cx="2438400" cy="3225800"/>
            </a:xfrm>
            <a:prstGeom prst="parallelogram">
              <a:avLst>
                <a:gd name="adj" fmla="val 57292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平行四边形 31">
              <a:extLst>
                <a:ext uri="{FF2B5EF4-FFF2-40B4-BE49-F238E27FC236}">
                  <a16:creationId xmlns:a16="http://schemas.microsoft.com/office/drawing/2014/main" id="{681FA995-6DDD-4546-9D62-E6CFB1448B42}"/>
                </a:ext>
              </a:extLst>
            </p:cNvPr>
            <p:cNvSpPr/>
            <p:nvPr/>
          </p:nvSpPr>
          <p:spPr>
            <a:xfrm>
              <a:off x="-1036860" y="1973513"/>
              <a:ext cx="2438400" cy="3225800"/>
            </a:xfrm>
            <a:prstGeom prst="parallelogram">
              <a:avLst>
                <a:gd name="adj" fmla="val 57292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3718F76-575D-48B6-B40F-0537D0BF0354}"/>
              </a:ext>
            </a:extLst>
          </p:cNvPr>
          <p:cNvGrpSpPr/>
          <p:nvPr/>
        </p:nvGrpSpPr>
        <p:grpSpPr>
          <a:xfrm>
            <a:off x="2327955" y="1980197"/>
            <a:ext cx="3212432" cy="3212432"/>
            <a:chOff x="3662796" y="1980197"/>
            <a:chExt cx="3212432" cy="3212432"/>
          </a:xfrm>
        </p:grpSpPr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DB69C411-23B3-4EEB-BA98-18009122808F}"/>
                </a:ext>
              </a:extLst>
            </p:cNvPr>
            <p:cNvSpPr/>
            <p:nvPr/>
          </p:nvSpPr>
          <p:spPr>
            <a:xfrm rot="13500000">
              <a:off x="3662796" y="1980197"/>
              <a:ext cx="3212432" cy="3212432"/>
            </a:xfrm>
            <a:custGeom>
              <a:avLst/>
              <a:gdLst>
                <a:gd name="connsiteX0" fmla="*/ 0 w 3212432"/>
                <a:gd name="connsiteY0" fmla="*/ 0 h 3212432"/>
                <a:gd name="connsiteX1" fmla="*/ 3212432 w 3212432"/>
                <a:gd name="connsiteY1" fmla="*/ 0 h 3212432"/>
                <a:gd name="connsiteX2" fmla="*/ 3212432 w 3212432"/>
                <a:gd name="connsiteY2" fmla="*/ 3212432 h 3212432"/>
                <a:gd name="connsiteX3" fmla="*/ 3212431 w 3212432"/>
                <a:gd name="connsiteY3" fmla="*/ 3212432 h 3212432"/>
                <a:gd name="connsiteX4" fmla="*/ 2624395 w 3212432"/>
                <a:gd name="connsiteY4" fmla="*/ 2624396 h 3212432"/>
                <a:gd name="connsiteX5" fmla="*/ 2624396 w 3212432"/>
                <a:gd name="connsiteY5" fmla="*/ 2624396 h 3212432"/>
                <a:gd name="connsiteX6" fmla="*/ 2624396 w 3212432"/>
                <a:gd name="connsiteY6" fmla="*/ 588036 h 3212432"/>
                <a:gd name="connsiteX7" fmla="*/ 588036 w 3212432"/>
                <a:gd name="connsiteY7" fmla="*/ 588036 h 3212432"/>
                <a:gd name="connsiteX8" fmla="*/ 588036 w 3212432"/>
                <a:gd name="connsiteY8" fmla="*/ 588037 h 3212432"/>
                <a:gd name="connsiteX9" fmla="*/ 0 w 3212432"/>
                <a:gd name="connsiteY9" fmla="*/ 1 h 3212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12432" h="3212432">
                  <a:moveTo>
                    <a:pt x="0" y="0"/>
                  </a:moveTo>
                  <a:lnTo>
                    <a:pt x="3212432" y="0"/>
                  </a:lnTo>
                  <a:lnTo>
                    <a:pt x="3212432" y="3212432"/>
                  </a:lnTo>
                  <a:lnTo>
                    <a:pt x="3212431" y="3212432"/>
                  </a:lnTo>
                  <a:lnTo>
                    <a:pt x="2624395" y="2624396"/>
                  </a:lnTo>
                  <a:lnTo>
                    <a:pt x="2624396" y="2624396"/>
                  </a:lnTo>
                  <a:lnTo>
                    <a:pt x="2624396" y="588036"/>
                  </a:lnTo>
                  <a:lnTo>
                    <a:pt x="588036" y="588036"/>
                  </a:lnTo>
                  <a:lnTo>
                    <a:pt x="588036" y="5880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FA933141-AD50-479D-A198-7F93B933C832}"/>
                </a:ext>
              </a:extLst>
            </p:cNvPr>
            <p:cNvSpPr/>
            <p:nvPr/>
          </p:nvSpPr>
          <p:spPr>
            <a:xfrm rot="13500000">
              <a:off x="5465869" y="2912532"/>
              <a:ext cx="1347764" cy="1347764"/>
            </a:xfrm>
            <a:custGeom>
              <a:avLst/>
              <a:gdLst>
                <a:gd name="connsiteX0" fmla="*/ 0 w 3212432"/>
                <a:gd name="connsiteY0" fmla="*/ 0 h 3212432"/>
                <a:gd name="connsiteX1" fmla="*/ 3212432 w 3212432"/>
                <a:gd name="connsiteY1" fmla="*/ 0 h 3212432"/>
                <a:gd name="connsiteX2" fmla="*/ 3212432 w 3212432"/>
                <a:gd name="connsiteY2" fmla="*/ 3212432 h 3212432"/>
                <a:gd name="connsiteX3" fmla="*/ 3212431 w 3212432"/>
                <a:gd name="connsiteY3" fmla="*/ 3212432 h 3212432"/>
                <a:gd name="connsiteX4" fmla="*/ 2624395 w 3212432"/>
                <a:gd name="connsiteY4" fmla="*/ 2624396 h 3212432"/>
                <a:gd name="connsiteX5" fmla="*/ 2624396 w 3212432"/>
                <a:gd name="connsiteY5" fmla="*/ 2624396 h 3212432"/>
                <a:gd name="connsiteX6" fmla="*/ 2624396 w 3212432"/>
                <a:gd name="connsiteY6" fmla="*/ 588036 h 3212432"/>
                <a:gd name="connsiteX7" fmla="*/ 588036 w 3212432"/>
                <a:gd name="connsiteY7" fmla="*/ 588036 h 3212432"/>
                <a:gd name="connsiteX8" fmla="*/ 588036 w 3212432"/>
                <a:gd name="connsiteY8" fmla="*/ 588037 h 3212432"/>
                <a:gd name="connsiteX9" fmla="*/ 0 w 3212432"/>
                <a:gd name="connsiteY9" fmla="*/ 1 h 3212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12432" h="3212432">
                  <a:moveTo>
                    <a:pt x="0" y="0"/>
                  </a:moveTo>
                  <a:lnTo>
                    <a:pt x="3212432" y="0"/>
                  </a:lnTo>
                  <a:lnTo>
                    <a:pt x="3212432" y="3212432"/>
                  </a:lnTo>
                  <a:lnTo>
                    <a:pt x="3212431" y="3212432"/>
                  </a:lnTo>
                  <a:lnTo>
                    <a:pt x="2624395" y="2624396"/>
                  </a:lnTo>
                  <a:lnTo>
                    <a:pt x="2624396" y="2624396"/>
                  </a:lnTo>
                  <a:lnTo>
                    <a:pt x="2624396" y="588036"/>
                  </a:lnTo>
                  <a:lnTo>
                    <a:pt x="588036" y="588036"/>
                  </a:lnTo>
                  <a:lnTo>
                    <a:pt x="588036" y="5880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57" name="图片 56">
            <a:extLst>
              <a:ext uri="{FF2B5EF4-FFF2-40B4-BE49-F238E27FC236}">
                <a16:creationId xmlns:a16="http://schemas.microsoft.com/office/drawing/2014/main" id="{8E5A6D7C-D02B-47DB-9C45-6663C52519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rcRect l="7089" r="9551"/>
          <a:stretch/>
        </p:blipFill>
        <p:spPr>
          <a:xfrm>
            <a:off x="177800" y="-633848"/>
            <a:ext cx="12192000" cy="3267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664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51F4C0B1-E829-4F9B-88E6-1ECE28F16096}"/>
              </a:ext>
            </a:extLst>
          </p:cNvPr>
          <p:cNvSpPr/>
          <p:nvPr/>
        </p:nvSpPr>
        <p:spPr>
          <a:xfrm>
            <a:off x="2188027" y="1618343"/>
            <a:ext cx="2801257" cy="3069772"/>
          </a:xfrm>
          <a:prstGeom prst="roundRect">
            <a:avLst>
              <a:gd name="adj" fmla="val 5009"/>
            </a:avLst>
          </a:prstGeom>
          <a:solidFill>
            <a:srgbClr val="004692"/>
          </a:solidFill>
          <a:ln w="444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9B17421-03AB-4F33-B664-C25FA5994F7C}"/>
              </a:ext>
            </a:extLst>
          </p:cNvPr>
          <p:cNvGrpSpPr/>
          <p:nvPr/>
        </p:nvGrpSpPr>
        <p:grpSpPr>
          <a:xfrm>
            <a:off x="2913741" y="2086428"/>
            <a:ext cx="1349830" cy="1458686"/>
            <a:chOff x="2913741" y="1970314"/>
            <a:chExt cx="1349830" cy="1458686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D6811C3E-C9DB-4C62-99A2-F7D14C3A7001}"/>
                </a:ext>
              </a:extLst>
            </p:cNvPr>
            <p:cNvSpPr/>
            <p:nvPr/>
          </p:nvSpPr>
          <p:spPr>
            <a:xfrm>
              <a:off x="3287486" y="1970314"/>
              <a:ext cx="602344" cy="60234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B3C5AE6E-6B81-48A3-A9A8-38E1A4655BE2}"/>
                </a:ext>
              </a:extLst>
            </p:cNvPr>
            <p:cNvSpPr/>
            <p:nvPr/>
          </p:nvSpPr>
          <p:spPr>
            <a:xfrm>
              <a:off x="2913741" y="2754086"/>
              <a:ext cx="1349830" cy="674914"/>
            </a:xfrm>
            <a:custGeom>
              <a:avLst/>
              <a:gdLst>
                <a:gd name="connsiteX0" fmla="*/ 674915 w 1349830"/>
                <a:gd name="connsiteY0" fmla="*/ 0 h 674914"/>
                <a:gd name="connsiteX1" fmla="*/ 1336118 w 1349830"/>
                <a:gd name="connsiteY1" fmla="*/ 538896 h 674914"/>
                <a:gd name="connsiteX2" fmla="*/ 1349830 w 1349830"/>
                <a:gd name="connsiteY2" fmla="*/ 674914 h 674914"/>
                <a:gd name="connsiteX3" fmla="*/ 0 w 1349830"/>
                <a:gd name="connsiteY3" fmla="*/ 674914 h 674914"/>
                <a:gd name="connsiteX4" fmla="*/ 13712 w 1349830"/>
                <a:gd name="connsiteY4" fmla="*/ 538896 h 674914"/>
                <a:gd name="connsiteX5" fmla="*/ 674915 w 1349830"/>
                <a:gd name="connsiteY5" fmla="*/ 0 h 674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9830" h="674914">
                  <a:moveTo>
                    <a:pt x="674915" y="0"/>
                  </a:moveTo>
                  <a:cubicBezTo>
                    <a:pt x="1001067" y="0"/>
                    <a:pt x="1273185" y="231349"/>
                    <a:pt x="1336118" y="538896"/>
                  </a:cubicBezTo>
                  <a:lnTo>
                    <a:pt x="1349830" y="674914"/>
                  </a:lnTo>
                  <a:lnTo>
                    <a:pt x="0" y="674914"/>
                  </a:lnTo>
                  <a:lnTo>
                    <a:pt x="13712" y="538896"/>
                  </a:lnTo>
                  <a:cubicBezTo>
                    <a:pt x="76645" y="231349"/>
                    <a:pt x="348763" y="0"/>
                    <a:pt x="67491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7A023C47-A688-48DD-A588-395EF41B9C6F}"/>
              </a:ext>
            </a:extLst>
          </p:cNvPr>
          <p:cNvSpPr txBox="1"/>
          <p:nvPr/>
        </p:nvSpPr>
        <p:spPr>
          <a:xfrm>
            <a:off x="2438396" y="3852876"/>
            <a:ext cx="2300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Agency FB" panose="020B0503020202020204" pitchFamily="34" charset="0"/>
              </a:rPr>
              <a:t>Single Player</a:t>
            </a:r>
            <a:endParaRPr lang="zh-CN" altLang="en-US" sz="36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845AAEC-E483-46EB-B372-EE6CCB854E0E}"/>
              </a:ext>
            </a:extLst>
          </p:cNvPr>
          <p:cNvSpPr/>
          <p:nvPr/>
        </p:nvSpPr>
        <p:spPr>
          <a:xfrm>
            <a:off x="6444339" y="1618343"/>
            <a:ext cx="2801257" cy="3069772"/>
          </a:xfrm>
          <a:prstGeom prst="roundRect">
            <a:avLst>
              <a:gd name="adj" fmla="val 5009"/>
            </a:avLst>
          </a:prstGeom>
          <a:solidFill>
            <a:srgbClr val="920000"/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7014400-6F88-42B9-ADEF-E314402C6BF9}"/>
              </a:ext>
            </a:extLst>
          </p:cNvPr>
          <p:cNvGrpSpPr/>
          <p:nvPr/>
        </p:nvGrpSpPr>
        <p:grpSpPr>
          <a:xfrm>
            <a:off x="6991585" y="2075466"/>
            <a:ext cx="1252525" cy="1353534"/>
            <a:chOff x="2913741" y="1970314"/>
            <a:chExt cx="1349830" cy="1458686"/>
          </a:xfrm>
          <a:solidFill>
            <a:srgbClr val="C0ACAC"/>
          </a:solidFill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E82325B-E8C1-47CD-8D69-7A0ADD60E913}"/>
                </a:ext>
              </a:extLst>
            </p:cNvPr>
            <p:cNvSpPr/>
            <p:nvPr/>
          </p:nvSpPr>
          <p:spPr>
            <a:xfrm>
              <a:off x="3287486" y="1970314"/>
              <a:ext cx="602344" cy="602344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917FBF1E-A591-42FE-8566-CBE0E87B77D3}"/>
                </a:ext>
              </a:extLst>
            </p:cNvPr>
            <p:cNvSpPr/>
            <p:nvPr/>
          </p:nvSpPr>
          <p:spPr>
            <a:xfrm>
              <a:off x="2913741" y="2754086"/>
              <a:ext cx="1349830" cy="674914"/>
            </a:xfrm>
            <a:custGeom>
              <a:avLst/>
              <a:gdLst>
                <a:gd name="connsiteX0" fmla="*/ 674915 w 1349830"/>
                <a:gd name="connsiteY0" fmla="*/ 0 h 674914"/>
                <a:gd name="connsiteX1" fmla="*/ 1336118 w 1349830"/>
                <a:gd name="connsiteY1" fmla="*/ 538896 h 674914"/>
                <a:gd name="connsiteX2" fmla="*/ 1349830 w 1349830"/>
                <a:gd name="connsiteY2" fmla="*/ 674914 h 674914"/>
                <a:gd name="connsiteX3" fmla="*/ 0 w 1349830"/>
                <a:gd name="connsiteY3" fmla="*/ 674914 h 674914"/>
                <a:gd name="connsiteX4" fmla="*/ 13712 w 1349830"/>
                <a:gd name="connsiteY4" fmla="*/ 538896 h 674914"/>
                <a:gd name="connsiteX5" fmla="*/ 674915 w 1349830"/>
                <a:gd name="connsiteY5" fmla="*/ 0 h 674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9830" h="674914">
                  <a:moveTo>
                    <a:pt x="674915" y="0"/>
                  </a:moveTo>
                  <a:cubicBezTo>
                    <a:pt x="1001067" y="0"/>
                    <a:pt x="1273185" y="231349"/>
                    <a:pt x="1336118" y="538896"/>
                  </a:cubicBezTo>
                  <a:lnTo>
                    <a:pt x="1349830" y="674914"/>
                  </a:lnTo>
                  <a:lnTo>
                    <a:pt x="0" y="674914"/>
                  </a:lnTo>
                  <a:lnTo>
                    <a:pt x="13712" y="538896"/>
                  </a:lnTo>
                  <a:cubicBezTo>
                    <a:pt x="76645" y="231349"/>
                    <a:pt x="348763" y="0"/>
                    <a:pt x="674915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3CFD9D5-A35D-4112-87D4-7F2FFD02638E}"/>
              </a:ext>
            </a:extLst>
          </p:cNvPr>
          <p:cNvSpPr txBox="1"/>
          <p:nvPr/>
        </p:nvSpPr>
        <p:spPr>
          <a:xfrm>
            <a:off x="6734621" y="3852876"/>
            <a:ext cx="2300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Agency FB" panose="020B0503020202020204" pitchFamily="34" charset="0"/>
              </a:rPr>
              <a:t>Two Players</a:t>
            </a:r>
            <a:endParaRPr lang="zh-CN" altLang="en-US" sz="36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581FC2A-58AA-4F7F-BE73-D9AA6652A0EF}"/>
              </a:ext>
            </a:extLst>
          </p:cNvPr>
          <p:cNvGrpSpPr/>
          <p:nvPr/>
        </p:nvGrpSpPr>
        <p:grpSpPr>
          <a:xfrm>
            <a:off x="7334687" y="2122637"/>
            <a:ext cx="1349830" cy="1458686"/>
            <a:chOff x="2913741" y="1970314"/>
            <a:chExt cx="1349830" cy="1458686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988E352B-4C8B-4FEA-926B-E4B9FC23E243}"/>
                </a:ext>
              </a:extLst>
            </p:cNvPr>
            <p:cNvSpPr/>
            <p:nvPr/>
          </p:nvSpPr>
          <p:spPr>
            <a:xfrm>
              <a:off x="3287486" y="1970314"/>
              <a:ext cx="602344" cy="60234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1ACB38D4-C6F6-431C-9C3B-25365CC72D6D}"/>
                </a:ext>
              </a:extLst>
            </p:cNvPr>
            <p:cNvSpPr/>
            <p:nvPr/>
          </p:nvSpPr>
          <p:spPr>
            <a:xfrm>
              <a:off x="2913741" y="2754086"/>
              <a:ext cx="1349830" cy="674914"/>
            </a:xfrm>
            <a:custGeom>
              <a:avLst/>
              <a:gdLst>
                <a:gd name="connsiteX0" fmla="*/ 674915 w 1349830"/>
                <a:gd name="connsiteY0" fmla="*/ 0 h 674914"/>
                <a:gd name="connsiteX1" fmla="*/ 1336118 w 1349830"/>
                <a:gd name="connsiteY1" fmla="*/ 538896 h 674914"/>
                <a:gd name="connsiteX2" fmla="*/ 1349830 w 1349830"/>
                <a:gd name="connsiteY2" fmla="*/ 674914 h 674914"/>
                <a:gd name="connsiteX3" fmla="*/ 0 w 1349830"/>
                <a:gd name="connsiteY3" fmla="*/ 674914 h 674914"/>
                <a:gd name="connsiteX4" fmla="*/ 13712 w 1349830"/>
                <a:gd name="connsiteY4" fmla="*/ 538896 h 674914"/>
                <a:gd name="connsiteX5" fmla="*/ 674915 w 1349830"/>
                <a:gd name="connsiteY5" fmla="*/ 0 h 674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9830" h="674914">
                  <a:moveTo>
                    <a:pt x="674915" y="0"/>
                  </a:moveTo>
                  <a:cubicBezTo>
                    <a:pt x="1001067" y="0"/>
                    <a:pt x="1273185" y="231349"/>
                    <a:pt x="1336118" y="538896"/>
                  </a:cubicBezTo>
                  <a:lnTo>
                    <a:pt x="1349830" y="674914"/>
                  </a:lnTo>
                  <a:lnTo>
                    <a:pt x="0" y="674914"/>
                  </a:lnTo>
                  <a:lnTo>
                    <a:pt x="13712" y="538896"/>
                  </a:lnTo>
                  <a:cubicBezTo>
                    <a:pt x="76645" y="231349"/>
                    <a:pt x="348763" y="0"/>
                    <a:pt x="67491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AAE28EE7-5307-4ADA-A0DE-FB02E436D20E}"/>
              </a:ext>
            </a:extLst>
          </p:cNvPr>
          <p:cNvSpPr txBox="1"/>
          <p:nvPr/>
        </p:nvSpPr>
        <p:spPr>
          <a:xfrm>
            <a:off x="2438396" y="4788825"/>
            <a:ext cx="2300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Agency FB" panose="020B0503020202020204" pitchFamily="34" charset="0"/>
              </a:rPr>
              <a:t>[    ]</a:t>
            </a:r>
            <a:endParaRPr lang="zh-CN" altLang="en-US" sz="36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38C06CF-525D-4FA1-8F07-EAC3C4771F30}"/>
              </a:ext>
            </a:extLst>
          </p:cNvPr>
          <p:cNvSpPr txBox="1"/>
          <p:nvPr/>
        </p:nvSpPr>
        <p:spPr>
          <a:xfrm>
            <a:off x="6747052" y="4788825"/>
            <a:ext cx="2300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Agency FB" panose="020B0503020202020204" pitchFamily="34" charset="0"/>
              </a:rPr>
              <a:t>[    ]</a:t>
            </a:r>
            <a:endParaRPr lang="zh-CN" altLang="en-US" sz="36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119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D6DCA219-4441-40DA-A7D1-CF1F27461A33}"/>
              </a:ext>
            </a:extLst>
          </p:cNvPr>
          <p:cNvSpPr/>
          <p:nvPr/>
        </p:nvSpPr>
        <p:spPr>
          <a:xfrm>
            <a:off x="2188027" y="1618343"/>
            <a:ext cx="2801257" cy="3069772"/>
          </a:xfrm>
          <a:prstGeom prst="roundRect">
            <a:avLst>
              <a:gd name="adj" fmla="val 5009"/>
            </a:avLst>
          </a:prstGeom>
          <a:solidFill>
            <a:schemeClr val="accent6">
              <a:lumMod val="75000"/>
            </a:schemeClr>
          </a:solidFill>
          <a:ln w="444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CE32760-8DB7-4924-9362-4ED68631EC07}"/>
              </a:ext>
            </a:extLst>
          </p:cNvPr>
          <p:cNvGrpSpPr/>
          <p:nvPr/>
        </p:nvGrpSpPr>
        <p:grpSpPr>
          <a:xfrm>
            <a:off x="10150930" y="512297"/>
            <a:ext cx="1349830" cy="1458686"/>
            <a:chOff x="2913741" y="1970314"/>
            <a:chExt cx="1349830" cy="1458686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F94F37A3-E50B-4EBF-B900-515616DF468F}"/>
                </a:ext>
              </a:extLst>
            </p:cNvPr>
            <p:cNvSpPr/>
            <p:nvPr/>
          </p:nvSpPr>
          <p:spPr>
            <a:xfrm>
              <a:off x="3287486" y="1970314"/>
              <a:ext cx="602344" cy="60234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53344FCB-27D9-4F81-B726-F7E25B8BA80C}"/>
                </a:ext>
              </a:extLst>
            </p:cNvPr>
            <p:cNvSpPr/>
            <p:nvPr/>
          </p:nvSpPr>
          <p:spPr>
            <a:xfrm>
              <a:off x="2913741" y="2754086"/>
              <a:ext cx="1349830" cy="674914"/>
            </a:xfrm>
            <a:custGeom>
              <a:avLst/>
              <a:gdLst>
                <a:gd name="connsiteX0" fmla="*/ 674915 w 1349830"/>
                <a:gd name="connsiteY0" fmla="*/ 0 h 674914"/>
                <a:gd name="connsiteX1" fmla="*/ 1336118 w 1349830"/>
                <a:gd name="connsiteY1" fmla="*/ 538896 h 674914"/>
                <a:gd name="connsiteX2" fmla="*/ 1349830 w 1349830"/>
                <a:gd name="connsiteY2" fmla="*/ 674914 h 674914"/>
                <a:gd name="connsiteX3" fmla="*/ 0 w 1349830"/>
                <a:gd name="connsiteY3" fmla="*/ 674914 h 674914"/>
                <a:gd name="connsiteX4" fmla="*/ 13712 w 1349830"/>
                <a:gd name="connsiteY4" fmla="*/ 538896 h 674914"/>
                <a:gd name="connsiteX5" fmla="*/ 674915 w 1349830"/>
                <a:gd name="connsiteY5" fmla="*/ 0 h 674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9830" h="674914">
                  <a:moveTo>
                    <a:pt x="674915" y="0"/>
                  </a:moveTo>
                  <a:cubicBezTo>
                    <a:pt x="1001067" y="0"/>
                    <a:pt x="1273185" y="231349"/>
                    <a:pt x="1336118" y="538896"/>
                  </a:cubicBezTo>
                  <a:lnTo>
                    <a:pt x="1349830" y="674914"/>
                  </a:lnTo>
                  <a:lnTo>
                    <a:pt x="0" y="674914"/>
                  </a:lnTo>
                  <a:lnTo>
                    <a:pt x="13712" y="538896"/>
                  </a:lnTo>
                  <a:cubicBezTo>
                    <a:pt x="76645" y="231349"/>
                    <a:pt x="348763" y="0"/>
                    <a:pt x="67491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3F1B3D1-CB26-4EDD-84BF-55D97976A1CF}"/>
              </a:ext>
            </a:extLst>
          </p:cNvPr>
          <p:cNvSpPr txBox="1"/>
          <p:nvPr/>
        </p:nvSpPr>
        <p:spPr>
          <a:xfrm>
            <a:off x="2438396" y="3852876"/>
            <a:ext cx="2300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Agency FB" panose="020B0503020202020204" pitchFamily="34" charset="0"/>
              </a:rPr>
              <a:t>Easy Mode</a:t>
            </a:r>
            <a:endParaRPr lang="zh-CN" altLang="en-US" sz="36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0FD9D5F-BF75-4F8C-9F1B-8053F7E43288}"/>
              </a:ext>
            </a:extLst>
          </p:cNvPr>
          <p:cNvSpPr txBox="1"/>
          <p:nvPr/>
        </p:nvSpPr>
        <p:spPr>
          <a:xfrm>
            <a:off x="2438396" y="4796970"/>
            <a:ext cx="2300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Agency FB" panose="020B0503020202020204" pitchFamily="34" charset="0"/>
              </a:rPr>
              <a:t>[    ]</a:t>
            </a:r>
            <a:endParaRPr lang="zh-CN" altLang="en-US" sz="36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322585E-B2D1-4C21-806D-8A10D07D886A}"/>
              </a:ext>
            </a:extLst>
          </p:cNvPr>
          <p:cNvSpPr/>
          <p:nvPr/>
        </p:nvSpPr>
        <p:spPr>
          <a:xfrm>
            <a:off x="12638617" y="5970210"/>
            <a:ext cx="2801257" cy="3069772"/>
          </a:xfrm>
          <a:prstGeom prst="roundRect">
            <a:avLst>
              <a:gd name="adj" fmla="val 5009"/>
            </a:avLst>
          </a:prstGeom>
          <a:solidFill>
            <a:srgbClr val="920000"/>
          </a:solidFill>
          <a:ln w="44450">
            <a:solidFill>
              <a:srgbClr val="DE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EB2E14A-6947-4004-9AC8-E5484F2D4A6A}"/>
              </a:ext>
            </a:extLst>
          </p:cNvPr>
          <p:cNvGrpSpPr/>
          <p:nvPr/>
        </p:nvGrpSpPr>
        <p:grpSpPr>
          <a:xfrm>
            <a:off x="10150930" y="2519565"/>
            <a:ext cx="1349830" cy="1458686"/>
            <a:chOff x="2913741" y="1970314"/>
            <a:chExt cx="1349830" cy="1458686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0E555515-7A62-494C-9959-8FCB113484A7}"/>
                </a:ext>
              </a:extLst>
            </p:cNvPr>
            <p:cNvSpPr/>
            <p:nvPr/>
          </p:nvSpPr>
          <p:spPr>
            <a:xfrm>
              <a:off x="3287486" y="1970314"/>
              <a:ext cx="602344" cy="60234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620C40DA-2868-4F9F-AD11-34CB536E5C52}"/>
                </a:ext>
              </a:extLst>
            </p:cNvPr>
            <p:cNvSpPr/>
            <p:nvPr/>
          </p:nvSpPr>
          <p:spPr>
            <a:xfrm>
              <a:off x="2913741" y="2754086"/>
              <a:ext cx="1349830" cy="674914"/>
            </a:xfrm>
            <a:custGeom>
              <a:avLst/>
              <a:gdLst>
                <a:gd name="connsiteX0" fmla="*/ 674915 w 1349830"/>
                <a:gd name="connsiteY0" fmla="*/ 0 h 674914"/>
                <a:gd name="connsiteX1" fmla="*/ 1336118 w 1349830"/>
                <a:gd name="connsiteY1" fmla="*/ 538896 h 674914"/>
                <a:gd name="connsiteX2" fmla="*/ 1349830 w 1349830"/>
                <a:gd name="connsiteY2" fmla="*/ 674914 h 674914"/>
                <a:gd name="connsiteX3" fmla="*/ 0 w 1349830"/>
                <a:gd name="connsiteY3" fmla="*/ 674914 h 674914"/>
                <a:gd name="connsiteX4" fmla="*/ 13712 w 1349830"/>
                <a:gd name="connsiteY4" fmla="*/ 538896 h 674914"/>
                <a:gd name="connsiteX5" fmla="*/ 674915 w 1349830"/>
                <a:gd name="connsiteY5" fmla="*/ 0 h 674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9830" h="674914">
                  <a:moveTo>
                    <a:pt x="674915" y="0"/>
                  </a:moveTo>
                  <a:cubicBezTo>
                    <a:pt x="1001067" y="0"/>
                    <a:pt x="1273185" y="231349"/>
                    <a:pt x="1336118" y="538896"/>
                  </a:cubicBezTo>
                  <a:lnTo>
                    <a:pt x="1349830" y="674914"/>
                  </a:lnTo>
                  <a:lnTo>
                    <a:pt x="0" y="674914"/>
                  </a:lnTo>
                  <a:lnTo>
                    <a:pt x="13712" y="538896"/>
                  </a:lnTo>
                  <a:cubicBezTo>
                    <a:pt x="76645" y="231349"/>
                    <a:pt x="348763" y="0"/>
                    <a:pt x="67491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0B260FC3-5A32-4B07-A1BA-049E6667A52D}"/>
              </a:ext>
            </a:extLst>
          </p:cNvPr>
          <p:cNvSpPr txBox="1"/>
          <p:nvPr/>
        </p:nvSpPr>
        <p:spPr>
          <a:xfrm>
            <a:off x="12888986" y="8204743"/>
            <a:ext cx="2300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Agency FB" panose="020B0503020202020204" pitchFamily="34" charset="0"/>
              </a:rPr>
              <a:t>Hard Mode</a:t>
            </a:r>
            <a:endParaRPr lang="zh-CN" altLang="en-US" sz="36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9AA5AE1-7390-4ACD-A45F-D66CD3557419}"/>
              </a:ext>
            </a:extLst>
          </p:cNvPr>
          <p:cNvSpPr txBox="1"/>
          <p:nvPr/>
        </p:nvSpPr>
        <p:spPr>
          <a:xfrm>
            <a:off x="12888986" y="9148837"/>
            <a:ext cx="2300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Agency FB" panose="020B0503020202020204" pitchFamily="34" charset="0"/>
              </a:rPr>
              <a:t>[ E ]</a:t>
            </a:r>
            <a:endParaRPr lang="zh-CN" altLang="en-US" sz="36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50A6AB7D-6AD5-4F4F-B686-4D5DC55EE329}"/>
              </a:ext>
            </a:extLst>
          </p:cNvPr>
          <p:cNvSpPr/>
          <p:nvPr/>
        </p:nvSpPr>
        <p:spPr>
          <a:xfrm rot="8100000">
            <a:off x="2888065" y="2406824"/>
            <a:ext cx="1401179" cy="852488"/>
          </a:xfrm>
          <a:custGeom>
            <a:avLst/>
            <a:gdLst>
              <a:gd name="connsiteX0" fmla="*/ 41847 w 1401179"/>
              <a:gd name="connsiteY0" fmla="*/ 243903 h 852488"/>
              <a:gd name="connsiteX1" fmla="*/ 0 w 1401179"/>
              <a:gd name="connsiteY1" fmla="*/ 142875 h 852488"/>
              <a:gd name="connsiteX2" fmla="*/ 142875 w 1401179"/>
              <a:gd name="connsiteY2" fmla="*/ 0 h 852488"/>
              <a:gd name="connsiteX3" fmla="*/ 1256718 w 1401179"/>
              <a:gd name="connsiteY3" fmla="*/ 0 h 852488"/>
              <a:gd name="connsiteX4" fmla="*/ 1357746 w 1401179"/>
              <a:gd name="connsiteY4" fmla="*/ 41847 h 852488"/>
              <a:gd name="connsiteX5" fmla="*/ 1358387 w 1401179"/>
              <a:gd name="connsiteY5" fmla="*/ 42798 h 852488"/>
              <a:gd name="connsiteX6" fmla="*/ 1359332 w 1401179"/>
              <a:gd name="connsiteY6" fmla="*/ 43435 h 852488"/>
              <a:gd name="connsiteX7" fmla="*/ 1401179 w 1401179"/>
              <a:gd name="connsiteY7" fmla="*/ 144463 h 852488"/>
              <a:gd name="connsiteX8" fmla="*/ 1401179 w 1401179"/>
              <a:gd name="connsiteY8" fmla="*/ 709613 h 852488"/>
              <a:gd name="connsiteX9" fmla="*/ 1258304 w 1401179"/>
              <a:gd name="connsiteY9" fmla="*/ 852488 h 852488"/>
              <a:gd name="connsiteX10" fmla="*/ 1115429 w 1401179"/>
              <a:gd name="connsiteY10" fmla="*/ 709613 h 852488"/>
              <a:gd name="connsiteX11" fmla="*/ 1115429 w 1401179"/>
              <a:gd name="connsiteY11" fmla="*/ 285750 h 852488"/>
              <a:gd name="connsiteX12" fmla="*/ 142875 w 1401179"/>
              <a:gd name="connsiteY12" fmla="*/ 285750 h 852488"/>
              <a:gd name="connsiteX13" fmla="*/ 41847 w 1401179"/>
              <a:gd name="connsiteY13" fmla="*/ 243903 h 852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01179" h="852488">
                <a:moveTo>
                  <a:pt x="41847" y="243903"/>
                </a:moveTo>
                <a:cubicBezTo>
                  <a:pt x="15992" y="218048"/>
                  <a:pt x="0" y="182329"/>
                  <a:pt x="0" y="142875"/>
                </a:cubicBezTo>
                <a:cubicBezTo>
                  <a:pt x="0" y="63967"/>
                  <a:pt x="63967" y="0"/>
                  <a:pt x="142875" y="0"/>
                </a:cubicBezTo>
                <a:lnTo>
                  <a:pt x="1256718" y="0"/>
                </a:lnTo>
                <a:cubicBezTo>
                  <a:pt x="1296172" y="0"/>
                  <a:pt x="1331891" y="15992"/>
                  <a:pt x="1357746" y="41847"/>
                </a:cubicBezTo>
                <a:lnTo>
                  <a:pt x="1358387" y="42798"/>
                </a:lnTo>
                <a:lnTo>
                  <a:pt x="1359332" y="43435"/>
                </a:lnTo>
                <a:cubicBezTo>
                  <a:pt x="1385188" y="69290"/>
                  <a:pt x="1401179" y="105009"/>
                  <a:pt x="1401179" y="144463"/>
                </a:cubicBezTo>
                <a:lnTo>
                  <a:pt x="1401179" y="709613"/>
                </a:lnTo>
                <a:cubicBezTo>
                  <a:pt x="1401179" y="788521"/>
                  <a:pt x="1337212" y="852488"/>
                  <a:pt x="1258304" y="852488"/>
                </a:cubicBezTo>
                <a:cubicBezTo>
                  <a:pt x="1179396" y="852488"/>
                  <a:pt x="1115429" y="788521"/>
                  <a:pt x="1115429" y="709613"/>
                </a:cubicBezTo>
                <a:lnTo>
                  <a:pt x="1115429" y="285750"/>
                </a:lnTo>
                <a:lnTo>
                  <a:pt x="142875" y="285750"/>
                </a:lnTo>
                <a:cubicBezTo>
                  <a:pt x="103421" y="285750"/>
                  <a:pt x="67702" y="269758"/>
                  <a:pt x="41847" y="24390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27E27D7-25BD-4808-8A88-B4FF240C2B22}"/>
              </a:ext>
            </a:extLst>
          </p:cNvPr>
          <p:cNvSpPr/>
          <p:nvPr/>
        </p:nvSpPr>
        <p:spPr>
          <a:xfrm>
            <a:off x="6444339" y="1618343"/>
            <a:ext cx="2801257" cy="3069772"/>
          </a:xfrm>
          <a:prstGeom prst="roundRect">
            <a:avLst>
              <a:gd name="adj" fmla="val 5009"/>
            </a:avLst>
          </a:prstGeom>
          <a:solidFill>
            <a:srgbClr val="920000"/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3506E88-86A8-451C-899B-CF45F12BAE9C}"/>
              </a:ext>
            </a:extLst>
          </p:cNvPr>
          <p:cNvSpPr txBox="1"/>
          <p:nvPr/>
        </p:nvSpPr>
        <p:spPr>
          <a:xfrm>
            <a:off x="6734621" y="3852876"/>
            <a:ext cx="2300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Agency FB" panose="020B0503020202020204" pitchFamily="34" charset="0"/>
              </a:rPr>
              <a:t>Hard Mode</a:t>
            </a:r>
            <a:endParaRPr lang="zh-CN" altLang="en-US" sz="36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21F49129-66BA-4AB0-9A8D-E35EDF79B345}"/>
              </a:ext>
            </a:extLst>
          </p:cNvPr>
          <p:cNvSpPr/>
          <p:nvPr/>
        </p:nvSpPr>
        <p:spPr>
          <a:xfrm>
            <a:off x="7066607" y="2231825"/>
            <a:ext cx="1556719" cy="1334808"/>
          </a:xfrm>
          <a:custGeom>
            <a:avLst/>
            <a:gdLst>
              <a:gd name="connsiteX0" fmla="*/ 788333 w 1556719"/>
              <a:gd name="connsiteY0" fmla="*/ 95917 h 1334808"/>
              <a:gd name="connsiteX1" fmla="*/ 224216 w 1556719"/>
              <a:gd name="connsiteY1" fmla="*/ 555686 h 1334808"/>
              <a:gd name="connsiteX2" fmla="*/ 216932 w 1556719"/>
              <a:gd name="connsiteY2" fmla="*/ 627935 h 1334808"/>
              <a:gd name="connsiteX3" fmla="*/ 612358 w 1556719"/>
              <a:gd name="connsiteY3" fmla="*/ 856235 h 1334808"/>
              <a:gd name="connsiteX4" fmla="*/ 577897 w 1556719"/>
              <a:gd name="connsiteY4" fmla="*/ 902329 h 1334808"/>
              <a:gd name="connsiteX5" fmla="*/ 343843 w 1556719"/>
              <a:gd name="connsiteY5" fmla="*/ 985269 h 1334808"/>
              <a:gd name="connsiteX6" fmla="*/ 303012 w 1556719"/>
              <a:gd name="connsiteY6" fmla="*/ 979222 h 1334808"/>
              <a:gd name="connsiteX7" fmla="*/ 310858 w 1556719"/>
              <a:gd name="connsiteY7" fmla="*/ 993677 h 1334808"/>
              <a:gd name="connsiteX8" fmla="*/ 788333 w 1556719"/>
              <a:gd name="connsiteY8" fmla="*/ 1247549 h 1334808"/>
              <a:gd name="connsiteX9" fmla="*/ 1352451 w 1556719"/>
              <a:gd name="connsiteY9" fmla="*/ 787780 h 1334808"/>
              <a:gd name="connsiteX10" fmla="*/ 1362391 w 1556719"/>
              <a:gd name="connsiteY10" fmla="*/ 689175 h 1334808"/>
              <a:gd name="connsiteX11" fmla="*/ 1343141 w 1556719"/>
              <a:gd name="connsiteY11" fmla="*/ 710575 h 1334808"/>
              <a:gd name="connsiteX12" fmla="*/ 793409 w 1556719"/>
              <a:gd name="connsiteY12" fmla="*/ 899421 h 1334808"/>
              <a:gd name="connsiteX13" fmla="*/ 740207 w 1556719"/>
              <a:gd name="connsiteY13" fmla="*/ 861535 h 1334808"/>
              <a:gd name="connsiteX14" fmla="*/ 1259545 w 1556719"/>
              <a:gd name="connsiteY14" fmla="*/ 342197 h 1334808"/>
              <a:gd name="connsiteX15" fmla="*/ 1195497 w 1556719"/>
              <a:gd name="connsiteY15" fmla="*/ 264570 h 1334808"/>
              <a:gd name="connsiteX16" fmla="*/ 788333 w 1556719"/>
              <a:gd name="connsiteY16" fmla="*/ 95917 h 1334808"/>
              <a:gd name="connsiteX17" fmla="*/ 788333 w 1556719"/>
              <a:gd name="connsiteY17" fmla="*/ 0 h 1334808"/>
              <a:gd name="connsiteX18" fmla="*/ 1260259 w 1556719"/>
              <a:gd name="connsiteY18" fmla="*/ 195478 h 1334808"/>
              <a:gd name="connsiteX19" fmla="*/ 1326264 w 1556719"/>
              <a:gd name="connsiteY19" fmla="*/ 275477 h 1334808"/>
              <a:gd name="connsiteX20" fmla="*/ 1494102 w 1556719"/>
              <a:gd name="connsiteY20" fmla="*/ 107640 h 1334808"/>
              <a:gd name="connsiteX21" fmla="*/ 1531987 w 1556719"/>
              <a:gd name="connsiteY21" fmla="*/ 160842 h 1334808"/>
              <a:gd name="connsiteX22" fmla="*/ 1459035 w 1556719"/>
              <a:gd name="connsiteY22" fmla="*/ 567255 h 1334808"/>
              <a:gd name="connsiteX23" fmla="*/ 1447284 w 1556719"/>
              <a:gd name="connsiteY23" fmla="*/ 583548 h 1334808"/>
              <a:gd name="connsiteX24" fmla="*/ 1455737 w 1556719"/>
              <a:gd name="connsiteY24" fmla="*/ 667404 h 1334808"/>
              <a:gd name="connsiteX25" fmla="*/ 788333 w 1556719"/>
              <a:gd name="connsiteY25" fmla="*/ 1334808 h 1334808"/>
              <a:gd name="connsiteX26" fmla="*/ 234911 w 1556719"/>
              <a:gd name="connsiteY26" fmla="*/ 1040556 h 1334808"/>
              <a:gd name="connsiteX27" fmla="*/ 174729 w 1556719"/>
              <a:gd name="connsiteY27" fmla="*/ 929679 h 1334808"/>
              <a:gd name="connsiteX28" fmla="*/ 89830 w 1556719"/>
              <a:gd name="connsiteY28" fmla="*/ 862128 h 1334808"/>
              <a:gd name="connsiteX29" fmla="*/ 10217 w 1556719"/>
              <a:gd name="connsiteY29" fmla="*/ 574579 h 1334808"/>
              <a:gd name="connsiteX30" fmla="*/ 32905 w 1556719"/>
              <a:gd name="connsiteY30" fmla="*/ 521688 h 1334808"/>
              <a:gd name="connsiteX31" fmla="*/ 129969 w 1556719"/>
              <a:gd name="connsiteY31" fmla="*/ 577727 h 1334808"/>
              <a:gd name="connsiteX32" fmla="*/ 134489 w 1556719"/>
              <a:gd name="connsiteY32" fmla="*/ 532899 h 1334808"/>
              <a:gd name="connsiteX33" fmla="*/ 788333 w 1556719"/>
              <a:gd name="connsiteY33" fmla="*/ 0 h 1334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556719" h="1334808">
                <a:moveTo>
                  <a:pt x="788333" y="95917"/>
                </a:moveTo>
                <a:cubicBezTo>
                  <a:pt x="510071" y="95917"/>
                  <a:pt x="277909" y="293297"/>
                  <a:pt x="224216" y="555686"/>
                </a:cubicBezTo>
                <a:lnTo>
                  <a:pt x="216932" y="627935"/>
                </a:lnTo>
                <a:lnTo>
                  <a:pt x="612358" y="856235"/>
                </a:lnTo>
                <a:lnTo>
                  <a:pt x="577897" y="902329"/>
                </a:lnTo>
                <a:cubicBezTo>
                  <a:pt x="520631" y="962523"/>
                  <a:pt x="434540" y="991635"/>
                  <a:pt x="343843" y="985269"/>
                </a:cubicBezTo>
                <a:lnTo>
                  <a:pt x="303012" y="979222"/>
                </a:lnTo>
                <a:lnTo>
                  <a:pt x="310858" y="993677"/>
                </a:lnTo>
                <a:cubicBezTo>
                  <a:pt x="414336" y="1146845"/>
                  <a:pt x="589575" y="1247549"/>
                  <a:pt x="788333" y="1247549"/>
                </a:cubicBezTo>
                <a:cubicBezTo>
                  <a:pt x="1066595" y="1247549"/>
                  <a:pt x="1298758" y="1050169"/>
                  <a:pt x="1352451" y="787780"/>
                </a:cubicBezTo>
                <a:lnTo>
                  <a:pt x="1362391" y="689175"/>
                </a:lnTo>
                <a:lnTo>
                  <a:pt x="1343141" y="710575"/>
                </a:lnTo>
                <a:cubicBezTo>
                  <a:pt x="1160982" y="892734"/>
                  <a:pt x="931536" y="967251"/>
                  <a:pt x="793409" y="899421"/>
                </a:cubicBezTo>
                <a:lnTo>
                  <a:pt x="740207" y="861535"/>
                </a:lnTo>
                <a:lnTo>
                  <a:pt x="1259545" y="342197"/>
                </a:lnTo>
                <a:lnTo>
                  <a:pt x="1195497" y="264570"/>
                </a:lnTo>
                <a:cubicBezTo>
                  <a:pt x="1091294" y="160368"/>
                  <a:pt x="947340" y="95917"/>
                  <a:pt x="788333" y="95917"/>
                </a:cubicBezTo>
                <a:close/>
                <a:moveTo>
                  <a:pt x="788333" y="0"/>
                </a:moveTo>
                <a:cubicBezTo>
                  <a:pt x="972632" y="0"/>
                  <a:pt x="1139483" y="74702"/>
                  <a:pt x="1260259" y="195478"/>
                </a:cubicBezTo>
                <a:lnTo>
                  <a:pt x="1326264" y="275477"/>
                </a:lnTo>
                <a:lnTo>
                  <a:pt x="1494102" y="107640"/>
                </a:lnTo>
                <a:lnTo>
                  <a:pt x="1531987" y="160842"/>
                </a:lnTo>
                <a:cubicBezTo>
                  <a:pt x="1582859" y="264438"/>
                  <a:pt x="1553662" y="419400"/>
                  <a:pt x="1459035" y="567255"/>
                </a:cubicBezTo>
                <a:lnTo>
                  <a:pt x="1447284" y="583548"/>
                </a:lnTo>
                <a:lnTo>
                  <a:pt x="1455737" y="667404"/>
                </a:lnTo>
                <a:cubicBezTo>
                  <a:pt x="1455737" y="1036001"/>
                  <a:pt x="1156930" y="1334808"/>
                  <a:pt x="788333" y="1334808"/>
                </a:cubicBezTo>
                <a:cubicBezTo>
                  <a:pt x="557960" y="1334808"/>
                  <a:pt x="354849" y="1218087"/>
                  <a:pt x="234911" y="1040556"/>
                </a:cubicBezTo>
                <a:lnTo>
                  <a:pt x="174729" y="929679"/>
                </a:lnTo>
                <a:lnTo>
                  <a:pt x="89830" y="862128"/>
                </a:lnTo>
                <a:cubicBezTo>
                  <a:pt x="13341" y="779405"/>
                  <a:pt x="-17979" y="670208"/>
                  <a:pt x="10217" y="574579"/>
                </a:cubicBezTo>
                <a:lnTo>
                  <a:pt x="32905" y="521688"/>
                </a:lnTo>
                <a:lnTo>
                  <a:pt x="129969" y="577727"/>
                </a:lnTo>
                <a:lnTo>
                  <a:pt x="134489" y="532899"/>
                </a:lnTo>
                <a:cubicBezTo>
                  <a:pt x="196721" y="228774"/>
                  <a:pt x="465811" y="0"/>
                  <a:pt x="78833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A5A28D2-B6B9-44DF-B0A7-DAAE383A1EBD}"/>
              </a:ext>
            </a:extLst>
          </p:cNvPr>
          <p:cNvSpPr txBox="1"/>
          <p:nvPr/>
        </p:nvSpPr>
        <p:spPr>
          <a:xfrm>
            <a:off x="6747052" y="4788825"/>
            <a:ext cx="2300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Agency FB" panose="020B0503020202020204" pitchFamily="34" charset="0"/>
              </a:rPr>
              <a:t>[    ]</a:t>
            </a:r>
            <a:endParaRPr lang="zh-CN" altLang="en-US" sz="36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26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254751A-375F-4901-8E5E-0E74012F6175}"/>
              </a:ext>
            </a:extLst>
          </p:cNvPr>
          <p:cNvSpPr/>
          <p:nvPr/>
        </p:nvSpPr>
        <p:spPr>
          <a:xfrm>
            <a:off x="10159999" y="173565"/>
            <a:ext cx="2032001" cy="6007101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613587-43BE-47C3-8482-214CA4C29B87}"/>
              </a:ext>
            </a:extLst>
          </p:cNvPr>
          <p:cNvSpPr/>
          <p:nvPr/>
        </p:nvSpPr>
        <p:spPr>
          <a:xfrm>
            <a:off x="6095998" y="173565"/>
            <a:ext cx="2032001" cy="6007101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680776D-C37D-4EA8-8AF4-0CFA6D3DCD1F}"/>
              </a:ext>
            </a:extLst>
          </p:cNvPr>
          <p:cNvSpPr/>
          <p:nvPr/>
        </p:nvSpPr>
        <p:spPr>
          <a:xfrm>
            <a:off x="8127999" y="173565"/>
            <a:ext cx="2032001" cy="6007101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210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1412</TotalTime>
  <Words>29</Words>
  <Application>Microsoft Office PowerPoint</Application>
  <PresentationFormat>宽屏</PresentationFormat>
  <Paragraphs>14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Agency FB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泰睿 李</dc:creator>
  <cp:lastModifiedBy>泰睿 李</cp:lastModifiedBy>
  <cp:revision>44</cp:revision>
  <dcterms:created xsi:type="dcterms:W3CDTF">2025-10-04T21:50:36Z</dcterms:created>
  <dcterms:modified xsi:type="dcterms:W3CDTF">2026-05-05T20:37:32Z</dcterms:modified>
</cp:coreProperties>
</file>